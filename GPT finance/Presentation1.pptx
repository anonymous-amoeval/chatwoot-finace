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7"/>
    <p:restoredTop sz="94691"/>
  </p:normalViewPr>
  <p:slideViewPr>
    <p:cSldViewPr snapToGrid="0">
      <p:cViewPr varScale="1">
        <p:scale>
          <a:sx n="104" d="100"/>
          <a:sy n="104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D2CF-EB41-A758-004C-94CA49D3D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F9297-00FD-7E3D-A925-2A32DB305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ED301-EF83-0E1F-E487-6127FB5B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F1B18-533A-9DAA-AF6F-5D36D2B6D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30374-813E-F6FD-9B5D-530A1F79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2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CA77-20E6-0A7B-E776-961A516F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02EC-CC7E-7F42-95AB-31089ABFC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EA46F-4035-4DD0-B3CB-6770B741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C9875-D35E-1725-064A-E1E91391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DDCB1-50E0-0939-DF6B-242675C7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5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7601-4BD7-CF63-AF12-1441B910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4393D-970C-20CD-6CE7-5A9160A70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B2060-2B1E-78FF-A861-E6B40451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A694F-4F10-FED7-11B3-08DD74A9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9A66E-403D-03EA-84E3-0928C129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2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68CF-5122-679F-796B-F4A4C033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DE27E-9C9E-18EC-F299-DE6179A3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6DFAD-07C1-74AC-1A04-80A25F0A8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C7A35-FB9B-5D0E-8735-5DDAAB1E9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66720-E9F3-BC7E-90FC-FC497CD5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44809-1548-4FA4-3241-DC191642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0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7122-19D4-F516-15BD-27819B32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DFB70-51A8-7331-C416-8FBF4433B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F1ED7-CB1F-A43B-6A07-BC931EF23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8709B-D4DE-0614-6A36-D181A7168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F836F-5431-BB1F-80EC-926BF61C8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1D135-BA9D-4835-0F25-01C77259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4090B-252C-D343-62D7-B113C0C7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BBACFC-BBEB-8A61-7FA6-F4404585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96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FB5C-A2B1-C198-EDE3-AFAD3AFB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F3518-901C-129E-82CA-202D8BDB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3423B-2E5F-EEAE-D895-36FAAB38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2C0AF-D92B-4984-3033-4B6EDD9B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1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CEE72-2FA4-EA00-2A50-E6E7A181E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8E8CC-B585-8789-EE77-4D8091FF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7E17-6C33-EAE0-22E9-213645E0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9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F3BE-230F-1697-B6CA-AE2BF278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FBC8D-A9B3-A531-89CF-D57D5DF76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53C7A-2771-48D4-81C6-1F2E29109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21D1D-EF4C-82DF-B9E2-6F8D128C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91C5E-299A-B2E3-4238-2A27ABCE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492BF-32A4-70EA-2508-C42A2DBD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903F-282C-2D2B-5956-9466DF9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07E69-504E-5EFA-537A-C2D06B286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A3CF8-B5FB-43B2-3552-A87E4BDE6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2A676-7012-26A0-0BA2-E3639AC8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23091-6BB9-9EE6-ACFC-1796906E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F5E43-5DBD-1584-C313-997E9246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6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C601-3D1C-5616-7C76-B8BBF15F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46192-B591-E2AD-B93C-512ACAF6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73CFC-4402-5CF4-8BDF-6F355D16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1DD56-353B-BA99-AA8C-DA5713A2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8A7C3-EEE1-3BB0-F43B-6C1A9692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5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B399C-7B12-658E-DED7-0E79B96AF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2CC4C-CAF6-8F47-30FA-807AA1ECE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6A9EE-F4D2-1786-E5CD-52885E1B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86AFF-6F02-39DA-BA25-DF105A20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1805D-0F6F-8E6B-139D-E1D1A96E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3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DA7F9-4FB5-F374-57E5-FF606215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7725B-0AD8-1C9D-C7DD-A05AD373B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9448-3A4A-1F63-34D9-A3FAF7231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EA432-6066-D34F-A5FF-A660C08933F7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5AA9E-047D-D20F-5069-E6A17C51D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1E66E-989D-4F39-FB15-4A0CC8397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E2F2F-3500-0D49-8D3A-36377263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6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1FEF075-409E-E52C-040F-24538A42C81C}"/>
              </a:ext>
            </a:extLst>
          </p:cNvPr>
          <p:cNvGrpSpPr/>
          <p:nvPr/>
        </p:nvGrpSpPr>
        <p:grpSpPr>
          <a:xfrm>
            <a:off x="980446" y="1091087"/>
            <a:ext cx="1726994" cy="1620582"/>
            <a:chOff x="1075039" y="1112108"/>
            <a:chExt cx="1726994" cy="162058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57B8B59-017A-01B4-69D7-DF49380A423C}"/>
                </a:ext>
              </a:extLst>
            </p:cNvPr>
            <p:cNvSpPr/>
            <p:nvPr/>
          </p:nvSpPr>
          <p:spPr>
            <a:xfrm>
              <a:off x="1075039" y="1112108"/>
              <a:ext cx="1726994" cy="162058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4D0018-DDED-9757-6ADE-DF62D989C758}"/>
                </a:ext>
              </a:extLst>
            </p:cNvPr>
            <p:cNvSpPr txBox="1"/>
            <p:nvPr/>
          </p:nvSpPr>
          <p:spPr>
            <a:xfrm>
              <a:off x="1166648" y="1198179"/>
              <a:ext cx="1635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GP测试服务器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04E906-C567-9848-6962-B8D0E0D533BA}"/>
                </a:ext>
              </a:extLst>
            </p:cNvPr>
            <p:cNvSpPr txBox="1"/>
            <p:nvPr/>
          </p:nvSpPr>
          <p:spPr>
            <a:xfrm>
              <a:off x="1207819" y="1673171"/>
              <a:ext cx="132119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zh-CN" altLang="en-US" dirty="0">
                  <a:solidFill>
                    <a:schemeClr val="bg1"/>
                  </a:solidFill>
                </a:rPr>
                <a:t>网站</a:t>
              </a:r>
              <a:endParaRPr lang="en-AU" altLang="zh-CN" dirty="0">
                <a:solidFill>
                  <a:schemeClr val="bg1"/>
                </a:solidFill>
              </a:endParaRPr>
            </a:p>
            <a:p>
              <a:pPr marL="342900" indent="-342900"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数据库</a:t>
              </a:r>
            </a:p>
            <a:p>
              <a:pPr marL="342900" indent="-342900">
                <a:buAutoNum type="arabicPeriod"/>
              </a:pPr>
              <a:r>
                <a:rPr lang="en-US" dirty="0" err="1">
                  <a:solidFill>
                    <a:schemeClr val="bg1"/>
                  </a:solidFill>
                </a:rPr>
                <a:t>后台API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E1D147A-7F0B-0772-E80D-2CFEE056F796}"/>
              </a:ext>
            </a:extLst>
          </p:cNvPr>
          <p:cNvGrpSpPr/>
          <p:nvPr/>
        </p:nvGrpSpPr>
        <p:grpSpPr>
          <a:xfrm>
            <a:off x="4664322" y="2878648"/>
            <a:ext cx="1841582" cy="1620582"/>
            <a:chOff x="1075039" y="1112108"/>
            <a:chExt cx="1776686" cy="162058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38ABE80-2C61-DC8B-CDD9-E6542CEB61C1}"/>
                </a:ext>
              </a:extLst>
            </p:cNvPr>
            <p:cNvSpPr/>
            <p:nvPr/>
          </p:nvSpPr>
          <p:spPr>
            <a:xfrm>
              <a:off x="1075039" y="1112108"/>
              <a:ext cx="1726994" cy="162058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37A9AB-A8CA-986A-0C9D-A1827DC8838D}"/>
                </a:ext>
              </a:extLst>
            </p:cNvPr>
            <p:cNvSpPr txBox="1"/>
            <p:nvPr/>
          </p:nvSpPr>
          <p:spPr>
            <a:xfrm>
              <a:off x="1166648" y="1198179"/>
              <a:ext cx="13019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OpenAI API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82BEDA-4D09-3FFD-08E5-BC9BEBBA4228}"/>
                </a:ext>
              </a:extLst>
            </p:cNvPr>
            <p:cNvSpPr txBox="1"/>
            <p:nvPr/>
          </p:nvSpPr>
          <p:spPr>
            <a:xfrm>
              <a:off x="1166648" y="1653582"/>
              <a:ext cx="1685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zh-CN" altLang="en-US" dirty="0">
                  <a:solidFill>
                    <a:schemeClr val="bg1"/>
                  </a:solidFill>
                </a:rPr>
                <a:t>自定义助手</a:t>
              </a:r>
              <a:endParaRPr lang="en-AU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BA4425-411C-5465-7A66-CC7E0B994FF2}"/>
              </a:ext>
            </a:extLst>
          </p:cNvPr>
          <p:cNvGrpSpPr/>
          <p:nvPr/>
        </p:nvGrpSpPr>
        <p:grpSpPr>
          <a:xfrm>
            <a:off x="8453321" y="1091087"/>
            <a:ext cx="2465975" cy="1620582"/>
            <a:chOff x="1075039" y="1112108"/>
            <a:chExt cx="1738956" cy="1620582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E68654B-CF29-7973-229E-BE55A1CE7735}"/>
                </a:ext>
              </a:extLst>
            </p:cNvPr>
            <p:cNvSpPr/>
            <p:nvPr/>
          </p:nvSpPr>
          <p:spPr>
            <a:xfrm>
              <a:off x="1075039" y="1112108"/>
              <a:ext cx="1726994" cy="162058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4E980A-FB83-324C-E1F9-2ADE11CEF41B}"/>
                </a:ext>
              </a:extLst>
            </p:cNvPr>
            <p:cNvSpPr txBox="1"/>
            <p:nvPr/>
          </p:nvSpPr>
          <p:spPr>
            <a:xfrm>
              <a:off x="1166648" y="1198179"/>
              <a:ext cx="16473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Global </a:t>
              </a:r>
              <a:r>
                <a:rPr lang="en-US" dirty="0" err="1">
                  <a:solidFill>
                    <a:schemeClr val="bg1"/>
                  </a:solidFill>
                </a:rPr>
                <a:t>Pay网站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AA4CCC-1F1A-CB87-AAE8-0B91FBA8A2D8}"/>
                </a:ext>
              </a:extLst>
            </p:cNvPr>
            <p:cNvSpPr txBox="1"/>
            <p:nvPr/>
          </p:nvSpPr>
          <p:spPr>
            <a:xfrm>
              <a:off x="1166648" y="1653582"/>
              <a:ext cx="1025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zh-CN" altLang="en-US" dirty="0">
                  <a:solidFill>
                    <a:schemeClr val="bg1"/>
                  </a:solidFill>
                </a:rPr>
                <a:t>获取汇率</a:t>
              </a:r>
              <a:endParaRPr lang="en-AU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BEDC21-9BBA-2F21-9E67-B128A6DC920B}"/>
              </a:ext>
            </a:extLst>
          </p:cNvPr>
          <p:cNvGrpSpPr/>
          <p:nvPr/>
        </p:nvGrpSpPr>
        <p:grpSpPr>
          <a:xfrm>
            <a:off x="619437" y="4593823"/>
            <a:ext cx="2449012" cy="1620582"/>
            <a:chOff x="1075039" y="1112108"/>
            <a:chExt cx="1726994" cy="1620582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7106F6B-DB9C-4AFC-572D-6327784CEB0C}"/>
                </a:ext>
              </a:extLst>
            </p:cNvPr>
            <p:cNvSpPr/>
            <p:nvPr/>
          </p:nvSpPr>
          <p:spPr>
            <a:xfrm>
              <a:off x="1075039" y="1112108"/>
              <a:ext cx="1726994" cy="162058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52C2C5-29CD-D156-51EF-A60F329CC5BE}"/>
                </a:ext>
              </a:extLst>
            </p:cNvPr>
            <p:cNvSpPr txBox="1"/>
            <p:nvPr/>
          </p:nvSpPr>
          <p:spPr>
            <a:xfrm>
              <a:off x="1166648" y="1198179"/>
              <a:ext cx="1169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ChatWoot后台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DDE938-2C58-223E-86B3-0FF9A41AE8EC}"/>
                </a:ext>
              </a:extLst>
            </p:cNvPr>
            <p:cNvSpPr txBox="1"/>
            <p:nvPr/>
          </p:nvSpPr>
          <p:spPr>
            <a:xfrm>
              <a:off x="1166648" y="1653582"/>
              <a:ext cx="118828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zh-CN" altLang="en-US" dirty="0">
                  <a:solidFill>
                    <a:schemeClr val="bg1"/>
                  </a:solidFill>
                </a:rPr>
                <a:t>聊天功能</a:t>
              </a:r>
              <a:endParaRPr lang="en-AU" altLang="zh-CN" dirty="0">
                <a:solidFill>
                  <a:schemeClr val="bg1"/>
                </a:solidFill>
              </a:endParaRPr>
            </a:p>
            <a:p>
              <a:pPr marL="342900" indent="-342900">
                <a:buAutoNum type="arabicPeriod"/>
              </a:pPr>
              <a:r>
                <a:rPr lang="zh-CN" altLang="en-US" dirty="0">
                  <a:solidFill>
                    <a:schemeClr val="bg1"/>
                  </a:solidFill>
                </a:rPr>
                <a:t>机器人对接</a:t>
              </a:r>
              <a:endParaRPr lang="en-AU" altLang="zh-CN" dirty="0">
                <a:solidFill>
                  <a:schemeClr val="bg1"/>
                </a:solidFill>
              </a:endParaRPr>
            </a:p>
            <a:p>
              <a:pPr marL="342900" indent="-342900">
                <a:buAutoNum type="arabicPeriod"/>
              </a:pPr>
              <a:r>
                <a:rPr lang="zh-CN" altLang="en-US" dirty="0">
                  <a:solidFill>
                    <a:schemeClr val="bg1"/>
                  </a:solidFill>
                </a:rPr>
                <a:t>后台接待</a:t>
              </a:r>
              <a:endParaRPr lang="en-AU" altLang="zh-CN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EB707C-E601-D4F8-725B-9AAA8114CB74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 flipV="1">
            <a:off x="2707440" y="1901378"/>
            <a:ext cx="1956882" cy="1787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4AED5A-53B1-51AF-3973-AB25B38F71CF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707440" y="1901378"/>
            <a:ext cx="1956882" cy="1787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849FA8B-153E-4B6C-29D7-C336CA0132C9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1843943" y="2711669"/>
            <a:ext cx="0" cy="188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EEB1BC2-20C2-241D-E616-4314E3B7C4B8}"/>
              </a:ext>
            </a:extLst>
          </p:cNvPr>
          <p:cNvCxnSpPr>
            <a:cxnSpLocks/>
            <a:stCxn id="18" idx="0"/>
            <a:endCxn id="5" idx="2"/>
          </p:cNvCxnSpPr>
          <p:nvPr/>
        </p:nvCxnSpPr>
        <p:spPr>
          <a:xfrm flipV="1">
            <a:off x="1843943" y="2711669"/>
            <a:ext cx="0" cy="188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27EBC8-AE85-BB8B-D78A-12607D4D0CAA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2707440" y="1901378"/>
            <a:ext cx="57458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51592D7-6E85-E6AF-10EF-F4F6D1D0AC08}"/>
              </a:ext>
            </a:extLst>
          </p:cNvPr>
          <p:cNvCxnSpPr>
            <a:cxnSpLocks/>
            <a:stCxn id="14" idx="1"/>
            <a:endCxn id="5" idx="3"/>
          </p:cNvCxnSpPr>
          <p:nvPr/>
        </p:nvCxnSpPr>
        <p:spPr>
          <a:xfrm flipH="1">
            <a:off x="2707440" y="1901378"/>
            <a:ext cx="57458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27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7833-C1AD-326D-77F7-615908D3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778876" cy="402130"/>
          </a:xfrm>
        </p:spPr>
        <p:txBody>
          <a:bodyPr>
            <a:normAutofit/>
          </a:bodyPr>
          <a:lstStyle/>
          <a:p>
            <a:r>
              <a:rPr lang="en-US" sz="2000" dirty="0"/>
              <a:t>测试服务器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F1FF4-ADFD-AF26-F682-D1B0983220F5}"/>
              </a:ext>
            </a:extLst>
          </p:cNvPr>
          <p:cNvSpPr txBox="1"/>
          <p:nvPr/>
        </p:nvSpPr>
        <p:spPr>
          <a:xfrm>
            <a:off x="651203" y="1311276"/>
            <a:ext cx="99370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此服务器为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Digital Ocean</a:t>
            </a: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免费体验期服务器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，账号是</a:t>
            </a:r>
            <a:r>
              <a:rPr lang="zh-CN" alt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子聿</a:t>
            </a:r>
            <a:r>
              <a:rPr lang="zh-CN" altLang="en-US" dirty="0">
                <a:solidFill>
                  <a:srgbClr val="3B3B3B"/>
                </a:solidFill>
                <a:latin typeface="Menlo" panose="020B0609030804020204" pitchFamily="49" charset="0"/>
              </a:rPr>
              <a:t>注册的</a:t>
            </a: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，有效期两个月，下一次到期时间为</a:t>
            </a:r>
            <a:r>
              <a:rPr lang="en-US" altLang="ja-JP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11</a:t>
            </a: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月</a:t>
            </a:r>
            <a:r>
              <a:rPr lang="en-US" altLang="ja-JP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日，到期以后可以让子聿提取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Github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Student</a:t>
            </a: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学生包中的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Digital Ocean</a:t>
            </a: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兑换码再次续期一定时间</a:t>
            </a:r>
          </a:p>
          <a:p>
            <a:b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aaPanel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Internet Address: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https://170.64.212.166:31216/11cd0729</a:t>
            </a: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username: 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rwkobrcp</a:t>
            </a:r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password: 50ca8663</a:t>
            </a:r>
          </a:p>
          <a:p>
            <a:b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此为数据库和服务器网站存放位置</a:t>
            </a:r>
          </a:p>
        </p:txBody>
      </p:sp>
    </p:spTree>
    <p:extLst>
      <p:ext uri="{BB962C8B-B14F-4D97-AF65-F5344CB8AC3E}">
        <p14:creationId xmlns:p14="http://schemas.microsoft.com/office/powerpoint/2010/main" val="344878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1C63F-C779-F5AD-0C1C-F057EBD6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9311D-60DC-A77F-4F21-B1D18AB7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778876" cy="402130"/>
          </a:xfrm>
        </p:spPr>
        <p:txBody>
          <a:bodyPr>
            <a:normAutofit/>
          </a:bodyPr>
          <a:lstStyle/>
          <a:p>
            <a:r>
              <a:rPr lang="en-US" sz="2000" dirty="0"/>
              <a:t>测试服务器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18DEEB8-8798-6BB7-DA4C-56A5F1F4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2" y="1626440"/>
            <a:ext cx="10890465" cy="36051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E9A104-20E8-2582-1419-B3D483D8DCC4}"/>
              </a:ext>
            </a:extLst>
          </p:cNvPr>
          <p:cNvSpPr txBox="1"/>
          <p:nvPr/>
        </p:nvSpPr>
        <p:spPr>
          <a:xfrm>
            <a:off x="5542002" y="12571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网站信息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54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6920D1-A266-299A-D3B9-62B0B60B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778876" cy="402130"/>
          </a:xfrm>
        </p:spPr>
        <p:txBody>
          <a:bodyPr>
            <a:normAutofit/>
          </a:bodyPr>
          <a:lstStyle/>
          <a:p>
            <a:r>
              <a:rPr lang="en-US" sz="2000" dirty="0"/>
              <a:t>测试服务器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DDAE93C-5808-66B3-DD4D-2DF3CEEF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8" y="1727200"/>
            <a:ext cx="4445000" cy="3403600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3F2F375-9A41-E6A2-3483-AF49E0772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48" y="1445013"/>
            <a:ext cx="5643944" cy="3967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CB2ADA-4114-26AE-B6C8-205BA04A3C92}"/>
              </a:ext>
            </a:extLst>
          </p:cNvPr>
          <p:cNvSpPr txBox="1"/>
          <p:nvPr/>
        </p:nvSpPr>
        <p:spPr>
          <a:xfrm>
            <a:off x="578069" y="5507421"/>
            <a:ext cx="6755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目前API暂时使用screen启动，正式上线应该写成servic自动启动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3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51D074-DFC3-6FBD-4EEC-CFFF29E9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778876" cy="402130"/>
          </a:xfrm>
        </p:spPr>
        <p:txBody>
          <a:bodyPr>
            <a:normAutofit/>
          </a:bodyPr>
          <a:lstStyle/>
          <a:p>
            <a:r>
              <a:rPr lang="en-US" sz="2000" dirty="0" err="1"/>
              <a:t>Chatwoot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8CD77-53FD-6A73-140F-519CE24CFAFD}"/>
              </a:ext>
            </a:extLst>
          </p:cNvPr>
          <p:cNvSpPr txBox="1"/>
          <p:nvPr/>
        </p:nvSpPr>
        <p:spPr>
          <a:xfrm>
            <a:off x="817179" y="818393"/>
            <a:ext cx="1055764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聊天系统为开源系统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Chatwoot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目前测试阶段部署在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Heroku</a:t>
            </a:r>
          </a:p>
          <a:p>
            <a:b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账号：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stats.kennel-0i@icloud.com</a:t>
            </a: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密码：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wuhpoz-kuhwet-5teRsa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两步验证代码</a:t>
            </a:r>
            <a:r>
              <a:rPr lang="en-US" altLang="ja-JP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使用第三方软件可以生成</a:t>
            </a:r>
            <a:r>
              <a:rPr lang="en-US" altLang="ja-JP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IKQCVKM5FWE7JVLFYA6UT5L2ZFXPTTS3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ja-JP" altLang="en-US" b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管理地址：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https://chatwootgp-c6fd041db72e.herokuapp.com</a:t>
            </a: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超管账号：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rupees.rosiest-02@icloud.com</a:t>
            </a: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密码：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vuDzeq-8bybho-nyhcat</a:t>
            </a:r>
          </a:p>
          <a:p>
            <a:endParaRPr lang="en-AU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ja-JP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#### </a:t>
            </a:r>
            <a:r>
              <a:rPr lang="ja-JP" altLang="en-US" b="1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其他账号</a:t>
            </a:r>
            <a:endParaRPr lang="ja-JP" altLang="en-US" b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ja-JP" altLang="en-US" b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销售团队</a:t>
            </a:r>
            <a:r>
              <a:rPr lang="en-US" altLang="ja-JP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测试账号</a:t>
            </a:r>
          </a:p>
          <a:p>
            <a:r>
              <a:rPr lang="ja-JP" altLang="en-US" b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账号：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testaccount@gp.com</a:t>
            </a:r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密码：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Aa223344!</a:t>
            </a:r>
          </a:p>
          <a:p>
            <a:b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KYC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团队</a:t>
            </a:r>
            <a:r>
              <a:rPr lang="en-US" altLang="ja-JP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测试账号</a:t>
            </a:r>
          </a:p>
          <a:p>
            <a:r>
              <a:rPr lang="ja-JP" altLang="en-US" b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账号：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kycagent@test.com</a:t>
            </a:r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密码：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Aa223344!</a:t>
            </a:r>
          </a:p>
          <a:p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32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163B-4329-4343-3E40-2084448F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453C7F-943B-7595-BA13-86D30AB5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778876" cy="402130"/>
          </a:xfrm>
        </p:spPr>
        <p:txBody>
          <a:bodyPr>
            <a:normAutofit/>
          </a:bodyPr>
          <a:lstStyle/>
          <a:p>
            <a:r>
              <a:rPr lang="en-US" sz="2000" dirty="0" err="1"/>
              <a:t>Chatwoot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840B9-2371-EC80-92ED-F87F28D51D91}"/>
              </a:ext>
            </a:extLst>
          </p:cNvPr>
          <p:cNvSpPr txBox="1"/>
          <p:nvPr/>
        </p:nvSpPr>
        <p:spPr>
          <a:xfrm>
            <a:off x="817179" y="587165"/>
            <a:ext cx="1055764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## ChatGPT</a:t>
            </a:r>
            <a:r>
              <a:rPr lang="ja-JP" altLang="en-US" b="1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信息</a:t>
            </a:r>
            <a:endParaRPr lang="ja-JP" altLang="en-US" b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b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b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GPT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助手设置</a:t>
            </a:r>
          </a:p>
          <a:p>
            <a:r>
              <a:rPr lang="ja-JP" altLang="en-US" b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地址：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https://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platform.openai.com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/playground/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assistants?assistant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=asst_VEDt30cOoG7hHJEDEvAsHHjW&amp;mode=assistant</a:t>
            </a: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账号：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yuzhu@global-pay.com.au</a:t>
            </a:r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密码：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Yu.Zhu.091123.MJ18k</a:t>
            </a:r>
          </a:p>
          <a:p>
            <a:b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Global Pay Assistant</a:t>
            </a: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此助手用于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Global Pay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主要对话助手，包含修改过的 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Instructions；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外挂文件，文件为整理以后的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Global Pay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相关内容；以及函数支持，包含呼叫人工（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call_live_agent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）、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查询汇率（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query_exchange_rate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）、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计算换汇结果（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calculate_exchange_result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）、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发送注册链接（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send_register_link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）、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上传订单（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upload_order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）、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查询订单信息（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query_order_info_by_email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）、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发送订单链接（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send_order_link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）、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通过邮箱查询注册状态（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query_registration_status_by_email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）</a:t>
            </a:r>
          </a:p>
          <a:p>
            <a:b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KYC Assistant</a:t>
            </a: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用于总结搜索引擎结果并反馈给后台</a:t>
            </a:r>
          </a:p>
          <a:p>
            <a:b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b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common_financial_assistant</a:t>
            </a:r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用于构造普通</a:t>
            </a:r>
            <a:r>
              <a:rPr lang="en-AU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Demo</a:t>
            </a:r>
            <a:r>
              <a:rPr lang="ja-JP" altLang="en-US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的助手</a:t>
            </a:r>
          </a:p>
          <a:p>
            <a:endParaRPr lang="en-AU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36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3563</TotalTime>
  <Words>429</Words>
  <Application>Microsoft Office PowerPoint</Application>
  <PresentationFormat>宽屏</PresentationFormat>
  <Paragraphs>53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Menlo</vt:lpstr>
      <vt:lpstr>Aptos</vt:lpstr>
      <vt:lpstr>Aptos Display</vt:lpstr>
      <vt:lpstr>Arial</vt:lpstr>
      <vt:lpstr>Office Theme</vt:lpstr>
      <vt:lpstr>PowerPoint 演示文稿</vt:lpstr>
      <vt:lpstr>测试服务器</vt:lpstr>
      <vt:lpstr>测试服务器</vt:lpstr>
      <vt:lpstr>测试服务器</vt:lpstr>
      <vt:lpstr>Chatwoot</vt:lpstr>
      <vt:lpstr>Chatwoot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Jenson Finn</dc:creator>
  <cp:lastModifiedBy>Guangyang Tian</cp:lastModifiedBy>
  <cp:revision>3</cp:revision>
  <dcterms:created xsi:type="dcterms:W3CDTF">2024-09-11T18:00:10Z</dcterms:created>
  <dcterms:modified xsi:type="dcterms:W3CDTF">2024-11-03T00:09:32Z</dcterms:modified>
</cp:coreProperties>
</file>