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2"/>
  </p:normalViewPr>
  <p:slideViewPr>
    <p:cSldViewPr snapToGrid="0">
      <p:cViewPr varScale="1">
        <p:scale>
          <a:sx n="137" d="100"/>
          <a:sy n="137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10B6-7524-087D-171D-96E7ACED5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21C49-222B-E4E5-29E0-B6181AE14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BBB13-1040-3E2A-B4BF-CD82A3BE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C7DD5-50F3-290D-62A0-463B37B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20CCD-4782-A57C-B929-1C9E300C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7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74BC-0ED2-606A-3C1B-799B5647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38CD-5037-3290-4AAD-29AC5358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CB14-7D9B-327F-98BD-95EA8AF2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D786B-C77D-F3D9-0144-0A2DBDF6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85EC0-E556-FE80-51AE-D8D38632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8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DE09-59D0-4B05-ED49-52F9D8EC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1437A-073A-E5C5-CBE4-252220F7F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A2F74-BC0B-C18E-0780-EB380414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86A46-5421-6C32-41E2-646F5765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A48D4-3895-94E0-3669-ADC725FF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7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0B0E-E4A9-0DB4-96E4-566AC392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BD0C9-4DE7-8AE3-1CD0-006E75CAA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A27EB-98B9-84A7-2D01-565E6A729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B6156-4CBE-E8CC-3758-EA30B84E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2B88A-36F8-7ABD-0D9D-EDB84306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15B8D-614B-7347-6B92-EB627288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1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9E43-3A8F-84B7-819D-07717AE7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0D40F-EA5F-242A-5604-249A98CC3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94E8B-F8C5-C4D7-E8A3-C6B23E5BE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35045-7A42-05CB-A0ED-8F6DD71BE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EBF3A-ABEC-3C60-BF54-CCB359C1B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16D20-31B2-6745-22A0-31C17A53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D4682-AB9E-33B6-F886-88F3A23E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629CA-FDDB-8772-2D63-CFCDCBD6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0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8B95-B4A4-6F26-9B6B-228E9DEF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8208C-D09D-EA9F-CDEA-511BE1A3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E5FE5-A5A7-1245-08B4-9C96D114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1FCD1-7BC2-8AA1-78CC-10E6C20A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2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80B93-15CD-7361-5DCB-DA725B6E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56EB2-CC40-BD42-313C-2283C584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65967-228B-4628-41E1-0F70CBCA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4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1843-B77D-03A7-6D28-C7CF13E8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704FD-73DB-017F-7AB9-3B9C7287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8CF36-4FC8-3EDA-4D07-4A1EB398D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AB6ED-0210-A513-3D79-FDD30AFB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8C57D-DDFC-97E6-D3C7-460229F1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7EBC5-9847-6F3D-0CAE-D0EAFA67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1378-D02E-C55E-F768-A2015689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9AE5E-A58C-52A3-F935-60BB178A9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F5473-3FA6-108B-7924-9686DE2DD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997F3-02CC-0015-C99B-0D5CD452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46F2D-F532-CDEA-07C1-438871D2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6067E-16B1-450C-EA9C-7064FBCF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AB33-5050-1DA2-9F1E-96CD4F2A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7C82E-79EC-9999-71F9-CCDD977FA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08E2-9554-ECFD-4F9D-2376AFF8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DFCD-881A-9BEE-72D7-FF557515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41BE-06E3-903C-1C79-D6A6B9B7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14DB9-372C-E102-0110-21585DD0B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79166-1876-74FC-CC68-809E0BC02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C651-467F-E099-FDC2-0E710CA4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58DB-95F1-B6EF-B449-03D77CB5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DF5D4-66AC-C0A7-4190-409E3753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5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1EED6-C44D-87BA-C5F3-B9BADA17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FE3C2-BAF4-8F1D-4229-6BC77B0B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66736-534C-4F27-C7F2-46770BECF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74A72-1B65-B142-BCBD-7EAC275BFFCE}" type="datetimeFigureOut">
              <a:rPr lang="en-US" smtClean="0"/>
              <a:t>9/1/23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75E0-EF8F-F493-5398-88F6AC2B9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C705D-72A1-59CF-42D9-B938FB039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4C813-BCD8-D941-A8A3-27A7BC026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4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997B41-BC68-1EBF-2C6A-56FCE1F201F6}"/>
              </a:ext>
            </a:extLst>
          </p:cNvPr>
          <p:cNvSpPr/>
          <p:nvPr/>
        </p:nvSpPr>
        <p:spPr>
          <a:xfrm>
            <a:off x="836645" y="1837831"/>
            <a:ext cx="886408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开始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0512-F378-CFCD-0665-D18897DFDAF1}"/>
              </a:ext>
            </a:extLst>
          </p:cNvPr>
          <p:cNvSpPr/>
          <p:nvPr/>
        </p:nvSpPr>
        <p:spPr>
          <a:xfrm>
            <a:off x="2746310" y="1837831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数据集处理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38B907-426F-A229-12A7-CCB7320CB5ED}"/>
              </a:ext>
            </a:extLst>
          </p:cNvPr>
          <p:cNvSpPr/>
          <p:nvPr/>
        </p:nvSpPr>
        <p:spPr>
          <a:xfrm>
            <a:off x="1675620" y="498292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8502A7-4E1F-FC14-C87C-89212B9225A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723053" y="2038440"/>
            <a:ext cx="1023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FA84B2-7D00-1CE5-534E-5FEABC31A35E}"/>
              </a:ext>
            </a:extLst>
          </p:cNvPr>
          <p:cNvSpPr txBox="1"/>
          <p:nvPr/>
        </p:nvSpPr>
        <p:spPr>
          <a:xfrm>
            <a:off x="2128866" y="1068943"/>
            <a:ext cx="1465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售前咨询数据</a:t>
            </a:r>
          </a:p>
          <a:p>
            <a:r>
              <a:rPr lang="en-US" sz="1200" dirty="0"/>
              <a:t>QA形式</a:t>
            </a:r>
            <a:r>
              <a:rPr lang="zh-CN" altLang="en-US" sz="1200" dirty="0"/>
              <a:t>，</a:t>
            </a:r>
            <a:r>
              <a:rPr lang="en-US" altLang="zh-CN" sz="1200" dirty="0"/>
              <a:t>Excel</a:t>
            </a:r>
            <a:r>
              <a:rPr lang="zh-CN" altLang="en-US" sz="1200" dirty="0"/>
              <a:t>保存</a:t>
            </a:r>
            <a:endParaRPr lang="en-AU" altLang="zh-CN" sz="1200" dirty="0"/>
          </a:p>
          <a:p>
            <a:r>
              <a:rPr lang="en-US" sz="1200" dirty="0"/>
              <a:t>以及</a:t>
            </a:r>
            <a:r>
              <a:rPr lang="en-US" sz="1200" dirty="0">
                <a:solidFill>
                  <a:srgbClr val="FF0000"/>
                </a:solidFill>
              </a:rPr>
              <a:t>售前参考资料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A8D38F-3861-4703-9106-0916653A3AFB}"/>
              </a:ext>
            </a:extLst>
          </p:cNvPr>
          <p:cNvSpPr/>
          <p:nvPr/>
        </p:nvSpPr>
        <p:spPr>
          <a:xfrm>
            <a:off x="4682411" y="1837830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售前咨询模型训练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9FF51-D3FF-8AFD-948F-61B41943B434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3769567" y="2038439"/>
            <a:ext cx="9128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6F93891-5CE9-22BA-DA13-7DE1F70D59D3}"/>
              </a:ext>
            </a:extLst>
          </p:cNvPr>
          <p:cNvSpPr/>
          <p:nvPr/>
        </p:nvSpPr>
        <p:spPr>
          <a:xfrm>
            <a:off x="6466110" y="1837830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部署内部测试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534EE9-0264-9A27-DED3-C7F0F8593E76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5705668" y="2038439"/>
            <a:ext cx="7604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EDD0140-D552-A221-5DC7-3ECF661A48F2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187249" y="899509"/>
            <a:ext cx="0" cy="113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5C0E53A-9AB1-0F7E-0F02-53818583B77F}"/>
              </a:ext>
            </a:extLst>
          </p:cNvPr>
          <p:cNvSpPr/>
          <p:nvPr/>
        </p:nvSpPr>
        <p:spPr>
          <a:xfrm>
            <a:off x="6459110" y="503844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313142-4FE7-468F-5675-BFB86FE546D9}"/>
              </a:ext>
            </a:extLst>
          </p:cNvPr>
          <p:cNvCxnSpPr>
            <a:stCxn id="55" idx="2"/>
            <a:endCxn id="17" idx="0"/>
          </p:cNvCxnSpPr>
          <p:nvPr/>
        </p:nvCxnSpPr>
        <p:spPr>
          <a:xfrm>
            <a:off x="6970739" y="905061"/>
            <a:ext cx="7000" cy="93276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539846B-8DAD-4B80-9655-864301EAEC2B}"/>
              </a:ext>
            </a:extLst>
          </p:cNvPr>
          <p:cNvSpPr txBox="1"/>
          <p:nvPr/>
        </p:nvSpPr>
        <p:spPr>
          <a:xfrm>
            <a:off x="6977738" y="122201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测试反馈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773A73A-D715-7E84-DE71-070A54BC975D}"/>
              </a:ext>
            </a:extLst>
          </p:cNvPr>
          <p:cNvCxnSpPr>
            <a:cxnSpLocks/>
          </p:cNvCxnSpPr>
          <p:nvPr/>
        </p:nvCxnSpPr>
        <p:spPr>
          <a:xfrm flipV="1">
            <a:off x="6879378" y="899509"/>
            <a:ext cx="0" cy="9383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ACB0D5DB-4A30-E956-9018-5515FCF9FEAC}"/>
              </a:ext>
            </a:extLst>
          </p:cNvPr>
          <p:cNvCxnSpPr>
            <a:stCxn id="17" idx="2"/>
            <a:endCxn id="14" idx="2"/>
          </p:cNvCxnSpPr>
          <p:nvPr/>
        </p:nvCxnSpPr>
        <p:spPr>
          <a:xfrm rot="5400000">
            <a:off x="6085890" y="1347198"/>
            <a:ext cx="12700" cy="1783699"/>
          </a:xfrm>
          <a:prstGeom prst="bent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F70A464-F1BD-510B-F68D-DBFBF668CF93}"/>
              </a:ext>
            </a:extLst>
          </p:cNvPr>
          <p:cNvSpPr txBox="1"/>
          <p:nvPr/>
        </p:nvSpPr>
        <p:spPr>
          <a:xfrm>
            <a:off x="5862086" y="223269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反馈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7A9C4C1-2EBB-8132-39CE-775EA8942388}"/>
              </a:ext>
            </a:extLst>
          </p:cNvPr>
          <p:cNvSpPr/>
          <p:nvPr/>
        </p:nvSpPr>
        <p:spPr>
          <a:xfrm>
            <a:off x="3415574" y="3256384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数据集处理</a:t>
            </a: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9CCC328C-D1EA-3E6D-A77D-170879A54384}"/>
              </a:ext>
            </a:extLst>
          </p:cNvPr>
          <p:cNvCxnSpPr>
            <a:cxnSpLocks/>
            <a:stCxn id="5" idx="2"/>
            <a:endCxn id="65" idx="1"/>
          </p:cNvCxnSpPr>
          <p:nvPr/>
        </p:nvCxnSpPr>
        <p:spPr>
          <a:xfrm rot="16200000" flipH="1">
            <a:off x="1738739" y="1780157"/>
            <a:ext cx="1217945" cy="21357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1980347-049E-4185-B9E5-729E6BA461A0}"/>
              </a:ext>
            </a:extLst>
          </p:cNvPr>
          <p:cNvSpPr txBox="1"/>
          <p:nvPr/>
        </p:nvSpPr>
        <p:spPr>
          <a:xfrm>
            <a:off x="1950365" y="2377233"/>
            <a:ext cx="14652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售后咨询数据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/>
              <a:t>QA形式</a:t>
            </a:r>
            <a:r>
              <a:rPr lang="zh-CN" altLang="en-US" sz="1200" dirty="0"/>
              <a:t>，</a:t>
            </a:r>
            <a:r>
              <a:rPr lang="en-US" altLang="zh-CN" sz="1200" dirty="0"/>
              <a:t>Excel</a:t>
            </a:r>
            <a:r>
              <a:rPr lang="zh-CN" altLang="en-US" sz="1200" dirty="0"/>
              <a:t>保存</a:t>
            </a:r>
            <a:endParaRPr lang="en-AU" altLang="zh-CN" sz="1200" dirty="0"/>
          </a:p>
          <a:p>
            <a:r>
              <a:rPr lang="en-US" sz="1200" dirty="0" err="1"/>
              <a:t>以及</a:t>
            </a:r>
            <a:r>
              <a:rPr lang="en-US" sz="1200" dirty="0" err="1">
                <a:solidFill>
                  <a:srgbClr val="FF0000"/>
                </a:solidFill>
              </a:rPr>
              <a:t>售后参考资料</a:t>
            </a:r>
            <a:endParaRPr lang="en-US" sz="1200" dirty="0">
              <a:solidFill>
                <a:srgbClr val="FF0000"/>
              </a:solidFill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设置一个</a:t>
            </a:r>
            <a:endParaRPr lang="en-AU" sz="12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sz="120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查询客户资料接口</a:t>
            </a:r>
            <a:endParaRPr lang="en-AU" sz="1200" dirty="0">
              <a:effectLst/>
            </a:endParaRP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30DBEDB4-1D22-F3A8-964C-D21438D9C107}"/>
              </a:ext>
            </a:extLst>
          </p:cNvPr>
          <p:cNvSpPr/>
          <p:nvPr/>
        </p:nvSpPr>
        <p:spPr>
          <a:xfrm>
            <a:off x="4682411" y="3256384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售后咨询模型训练</a:t>
            </a:r>
            <a:endParaRPr lang="en-US" sz="12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AA18B80-4E7E-EE57-D157-64E0DBBD4A5A}"/>
              </a:ext>
            </a:extLst>
          </p:cNvPr>
          <p:cNvCxnSpPr>
            <a:stCxn id="65" idx="3"/>
            <a:endCxn id="73" idx="1"/>
          </p:cNvCxnSpPr>
          <p:nvPr/>
        </p:nvCxnSpPr>
        <p:spPr>
          <a:xfrm>
            <a:off x="4438831" y="3456993"/>
            <a:ext cx="243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772EC330-3A22-3057-0963-DA71883EC3D5}"/>
              </a:ext>
            </a:extLst>
          </p:cNvPr>
          <p:cNvSpPr/>
          <p:nvPr/>
        </p:nvSpPr>
        <p:spPr>
          <a:xfrm>
            <a:off x="6510949" y="3256383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部署内部测试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DAD45BA-2FF7-718D-0AEA-D70756BF1973}"/>
              </a:ext>
            </a:extLst>
          </p:cNvPr>
          <p:cNvCxnSpPr>
            <a:stCxn id="73" idx="3"/>
            <a:endCxn id="76" idx="1"/>
          </p:cNvCxnSpPr>
          <p:nvPr/>
        </p:nvCxnSpPr>
        <p:spPr>
          <a:xfrm flipV="1">
            <a:off x="5705668" y="3456992"/>
            <a:ext cx="8052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212D847E-95AE-4C26-0F30-C9DFA196E07B}"/>
              </a:ext>
            </a:extLst>
          </p:cNvPr>
          <p:cNvCxnSpPr>
            <a:cxnSpLocks/>
            <a:stCxn id="76" idx="2"/>
            <a:endCxn id="73" idx="2"/>
          </p:cNvCxnSpPr>
          <p:nvPr/>
        </p:nvCxnSpPr>
        <p:spPr>
          <a:xfrm rot="5400000">
            <a:off x="6108309" y="2743331"/>
            <a:ext cx="1" cy="1828538"/>
          </a:xfrm>
          <a:prstGeom prst="bentConnector3">
            <a:avLst>
              <a:gd name="adj1" fmla="val 228601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5903585-0ABC-A528-A411-A15B68EFC34D}"/>
              </a:ext>
            </a:extLst>
          </p:cNvPr>
          <p:cNvSpPr txBox="1"/>
          <p:nvPr/>
        </p:nvSpPr>
        <p:spPr>
          <a:xfrm>
            <a:off x="5839667" y="3657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反馈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6A68E16-F8F9-35B3-8A83-8C74243CFA98}"/>
              </a:ext>
            </a:extLst>
          </p:cNvPr>
          <p:cNvSpPr/>
          <p:nvPr/>
        </p:nvSpPr>
        <p:spPr>
          <a:xfrm>
            <a:off x="6510948" y="2578170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75C205E-4176-6759-C497-B9DE843F6376}"/>
              </a:ext>
            </a:extLst>
          </p:cNvPr>
          <p:cNvCxnSpPr>
            <a:cxnSpLocks/>
          </p:cNvCxnSpPr>
          <p:nvPr/>
        </p:nvCxnSpPr>
        <p:spPr>
          <a:xfrm flipH="1" flipV="1">
            <a:off x="6879377" y="2979387"/>
            <a:ext cx="1" cy="2769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B3EC4B4-85C7-B6D8-AB46-75D54B0D5B14}"/>
              </a:ext>
            </a:extLst>
          </p:cNvPr>
          <p:cNvCxnSpPr>
            <a:cxnSpLocks/>
            <a:stCxn id="83" idx="2"/>
            <a:endCxn id="76" idx="0"/>
          </p:cNvCxnSpPr>
          <p:nvPr/>
        </p:nvCxnSpPr>
        <p:spPr>
          <a:xfrm>
            <a:off x="7022577" y="2979387"/>
            <a:ext cx="1" cy="2769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610ACBA-BCCB-DAF8-6BF3-17DCED525906}"/>
              </a:ext>
            </a:extLst>
          </p:cNvPr>
          <p:cNvSpPr txBox="1"/>
          <p:nvPr/>
        </p:nvSpPr>
        <p:spPr>
          <a:xfrm>
            <a:off x="7022576" y="300017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测试反馈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2A0F60B-5055-6084-7FBF-584DDA76325A}"/>
              </a:ext>
            </a:extLst>
          </p:cNvPr>
          <p:cNvCxnSpPr>
            <a:cxnSpLocks/>
          </p:cNvCxnSpPr>
          <p:nvPr/>
        </p:nvCxnSpPr>
        <p:spPr>
          <a:xfrm>
            <a:off x="2013705" y="899509"/>
            <a:ext cx="0" cy="2557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4C71337-D29E-EDB4-62B8-D69EBD180A00}"/>
              </a:ext>
            </a:extLst>
          </p:cNvPr>
          <p:cNvSpPr/>
          <p:nvPr/>
        </p:nvSpPr>
        <p:spPr>
          <a:xfrm>
            <a:off x="768219" y="4622650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78A2075-CCC0-2083-ABCA-A426E72DBB92}"/>
              </a:ext>
            </a:extLst>
          </p:cNvPr>
          <p:cNvCxnSpPr>
            <a:stCxn id="5" idx="2"/>
            <a:endCxn id="95" idx="0"/>
          </p:cNvCxnSpPr>
          <p:nvPr/>
        </p:nvCxnSpPr>
        <p:spPr>
          <a:xfrm flipH="1">
            <a:off x="1279848" y="2239048"/>
            <a:ext cx="1" cy="238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FC69327A-52DA-14F1-F6FA-1A7D40F4FE51}"/>
              </a:ext>
            </a:extLst>
          </p:cNvPr>
          <p:cNvSpPr/>
          <p:nvPr/>
        </p:nvSpPr>
        <p:spPr>
          <a:xfrm>
            <a:off x="3559756" y="4622649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数据集脱敏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9E437FB-7752-29CF-DFCC-D8C886BE9011}"/>
              </a:ext>
            </a:extLst>
          </p:cNvPr>
          <p:cNvCxnSpPr>
            <a:cxnSpLocks/>
            <a:stCxn id="95" idx="3"/>
            <a:endCxn id="98" idx="1"/>
          </p:cNvCxnSpPr>
          <p:nvPr/>
        </p:nvCxnSpPr>
        <p:spPr>
          <a:xfrm flipV="1">
            <a:off x="1791476" y="4823258"/>
            <a:ext cx="17682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7CF5A5FE-D3F3-6AA0-1898-B9618C08DA4F}"/>
              </a:ext>
            </a:extLst>
          </p:cNvPr>
          <p:cNvSpPr txBox="1"/>
          <p:nvPr/>
        </p:nvSpPr>
        <p:spPr>
          <a:xfrm>
            <a:off x="1791476" y="4823258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数据库</a:t>
            </a:r>
            <a:r>
              <a:rPr lang="en-US" sz="1200" dirty="0"/>
              <a:t>导出至工作电脑</a:t>
            </a:r>
          </a:p>
          <a:p>
            <a:r>
              <a:rPr lang="en-US" sz="1200" dirty="0">
                <a:solidFill>
                  <a:srgbClr val="FF0000"/>
                </a:solidFill>
              </a:rPr>
              <a:t>匹配客户额外资料</a:t>
            </a:r>
            <a:r>
              <a:rPr lang="en-US" sz="1200" dirty="0"/>
              <a:t>导出</a:t>
            </a:r>
          </a:p>
          <a:p>
            <a:r>
              <a:rPr lang="en-US" sz="1200" dirty="0"/>
              <a:t>至工作电脑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5F11689-9274-61F0-E980-65025DDE3A1A}"/>
              </a:ext>
            </a:extLst>
          </p:cNvPr>
          <p:cNvSpPr/>
          <p:nvPr/>
        </p:nvSpPr>
        <p:spPr>
          <a:xfrm>
            <a:off x="5103710" y="4622649"/>
            <a:ext cx="1143009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Pay审查脱敏资料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7159CCE7-D6F8-71A3-2F7B-15B6CEB1B7D1}"/>
              </a:ext>
            </a:extLst>
          </p:cNvPr>
          <p:cNvSpPr/>
          <p:nvPr/>
        </p:nvSpPr>
        <p:spPr>
          <a:xfrm>
            <a:off x="6740309" y="4622649"/>
            <a:ext cx="1143009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</a:t>
            </a:r>
            <a:r>
              <a:rPr lang="en-US" sz="1200" dirty="0" err="1"/>
              <a:t>Pay打分制定规则</a:t>
            </a:r>
            <a:endParaRPr lang="en-US" sz="12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1BE7B00-BB9E-240A-03FF-D927F7433005}"/>
              </a:ext>
            </a:extLst>
          </p:cNvPr>
          <p:cNvCxnSpPr>
            <a:stCxn id="98" idx="3"/>
          </p:cNvCxnSpPr>
          <p:nvPr/>
        </p:nvCxnSpPr>
        <p:spPr>
          <a:xfrm flipV="1">
            <a:off x="4583013" y="4823257"/>
            <a:ext cx="5206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8E69C52-4614-1D4E-04C7-3F34BF083D04}"/>
              </a:ext>
            </a:extLst>
          </p:cNvPr>
          <p:cNvCxnSpPr>
            <a:cxnSpLocks/>
            <a:stCxn id="104" idx="3"/>
            <a:endCxn id="105" idx="1"/>
          </p:cNvCxnSpPr>
          <p:nvPr/>
        </p:nvCxnSpPr>
        <p:spPr>
          <a:xfrm>
            <a:off x="6246719" y="4823258"/>
            <a:ext cx="4935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B81F66F-BE75-7BEB-E796-E066F5C9784E}"/>
              </a:ext>
            </a:extLst>
          </p:cNvPr>
          <p:cNvSpPr/>
          <p:nvPr/>
        </p:nvSpPr>
        <p:spPr>
          <a:xfrm>
            <a:off x="8526625" y="4622649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合规模型训练</a:t>
            </a:r>
            <a:endParaRPr lang="en-US" sz="12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F884362-575B-EA15-2C07-CD9782C55B52}"/>
              </a:ext>
            </a:extLst>
          </p:cNvPr>
          <p:cNvCxnSpPr>
            <a:stCxn id="105" idx="3"/>
            <a:endCxn id="111" idx="1"/>
          </p:cNvCxnSpPr>
          <p:nvPr/>
        </p:nvCxnSpPr>
        <p:spPr>
          <a:xfrm>
            <a:off x="7883318" y="4823258"/>
            <a:ext cx="643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2691BB61-30BB-92D6-0372-4DDD710733FA}"/>
              </a:ext>
            </a:extLst>
          </p:cNvPr>
          <p:cNvSpPr/>
          <p:nvPr/>
        </p:nvSpPr>
        <p:spPr>
          <a:xfrm>
            <a:off x="8526624" y="5497211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部署内部测试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5D869FAA-B9BC-0B68-34E0-486CD2EAC4AF}"/>
              </a:ext>
            </a:extLst>
          </p:cNvPr>
          <p:cNvSpPr/>
          <p:nvPr/>
        </p:nvSpPr>
        <p:spPr>
          <a:xfrm>
            <a:off x="6796424" y="5497211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DEF7B24-1756-5BB4-CE19-D16CA51D7A67}"/>
              </a:ext>
            </a:extLst>
          </p:cNvPr>
          <p:cNvCxnSpPr>
            <a:cxnSpLocks/>
            <a:stCxn id="114" idx="1"/>
            <a:endCxn id="115" idx="3"/>
          </p:cNvCxnSpPr>
          <p:nvPr/>
        </p:nvCxnSpPr>
        <p:spPr>
          <a:xfrm flipH="1">
            <a:off x="7819681" y="5697820"/>
            <a:ext cx="70694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5EEBCC0-B29B-735C-28D1-91EA91D628FE}"/>
              </a:ext>
            </a:extLst>
          </p:cNvPr>
          <p:cNvCxnSpPr>
            <a:cxnSpLocks/>
          </p:cNvCxnSpPr>
          <p:nvPr/>
        </p:nvCxnSpPr>
        <p:spPr>
          <a:xfrm>
            <a:off x="7851499" y="5570076"/>
            <a:ext cx="67512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CBB10561-944F-65E8-967F-44A2BCCD8769}"/>
              </a:ext>
            </a:extLst>
          </p:cNvPr>
          <p:cNvSpPr txBox="1"/>
          <p:nvPr/>
        </p:nvSpPr>
        <p:spPr>
          <a:xfrm>
            <a:off x="7773043" y="574694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测试反馈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1B7E8B8-213D-960E-D168-A54DA5AD328C}"/>
              </a:ext>
            </a:extLst>
          </p:cNvPr>
          <p:cNvCxnSpPr>
            <a:stCxn id="111" idx="2"/>
            <a:endCxn id="114" idx="0"/>
          </p:cNvCxnSpPr>
          <p:nvPr/>
        </p:nvCxnSpPr>
        <p:spPr>
          <a:xfrm flipH="1">
            <a:off x="9038253" y="5023866"/>
            <a:ext cx="1" cy="473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1C72BCA-9E24-CBCF-DE61-8CA92D82437B}"/>
              </a:ext>
            </a:extLst>
          </p:cNvPr>
          <p:cNvCxnSpPr>
            <a:stCxn id="114" idx="3"/>
            <a:endCxn id="111" idx="3"/>
          </p:cNvCxnSpPr>
          <p:nvPr/>
        </p:nvCxnSpPr>
        <p:spPr>
          <a:xfrm flipV="1">
            <a:off x="9549881" y="4823258"/>
            <a:ext cx="1" cy="874562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7395B47-A4C2-2D28-FFB1-E2278AC633E3}"/>
              </a:ext>
            </a:extLst>
          </p:cNvPr>
          <p:cNvSpPr txBox="1"/>
          <p:nvPr/>
        </p:nvSpPr>
        <p:spPr>
          <a:xfrm>
            <a:off x="9377265" y="514090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反馈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629A4730-82D0-7329-CC85-8FFC6C1ED671}"/>
              </a:ext>
            </a:extLst>
          </p:cNvPr>
          <p:cNvSpPr/>
          <p:nvPr/>
        </p:nvSpPr>
        <p:spPr>
          <a:xfrm>
            <a:off x="9649279" y="2838687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聊天机器人开发</a:t>
            </a:r>
            <a:endParaRPr lang="en-US" sz="1200" dirty="0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3F3FBF78-CC0F-59DC-CD72-34E0074C7EEE}"/>
              </a:ext>
            </a:extLst>
          </p:cNvPr>
          <p:cNvSpPr/>
          <p:nvPr/>
        </p:nvSpPr>
        <p:spPr>
          <a:xfrm>
            <a:off x="9649279" y="2080485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模型整合</a:t>
            </a:r>
            <a:endParaRPr lang="en-US" sz="1200" dirty="0"/>
          </a:p>
        </p:txBody>
      </p: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0BAA75CA-A19C-20CC-F218-40B0EF9AD5FA}"/>
              </a:ext>
            </a:extLst>
          </p:cNvPr>
          <p:cNvCxnSpPr>
            <a:stCxn id="17" idx="3"/>
            <a:endCxn id="129" idx="1"/>
          </p:cNvCxnSpPr>
          <p:nvPr/>
        </p:nvCxnSpPr>
        <p:spPr>
          <a:xfrm>
            <a:off x="7489367" y="2038439"/>
            <a:ext cx="2159912" cy="10008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333345E5-BBDC-8DB7-497A-3A4B06FEAC9F}"/>
              </a:ext>
            </a:extLst>
          </p:cNvPr>
          <p:cNvCxnSpPr>
            <a:cxnSpLocks/>
            <a:stCxn id="76" idx="3"/>
            <a:endCxn id="129" idx="2"/>
          </p:cNvCxnSpPr>
          <p:nvPr/>
        </p:nvCxnSpPr>
        <p:spPr>
          <a:xfrm flipV="1">
            <a:off x="7534206" y="3239904"/>
            <a:ext cx="2626702" cy="217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C53F295C-F914-88E4-2D77-BCB61AED540D}"/>
              </a:ext>
            </a:extLst>
          </p:cNvPr>
          <p:cNvCxnSpPr>
            <a:cxnSpLocks/>
            <a:stCxn id="114" idx="2"/>
            <a:endCxn id="129" idx="2"/>
          </p:cNvCxnSpPr>
          <p:nvPr/>
        </p:nvCxnSpPr>
        <p:spPr>
          <a:xfrm rot="5400000" flipH="1" flipV="1">
            <a:off x="8270318" y="4007838"/>
            <a:ext cx="2658524" cy="1122655"/>
          </a:xfrm>
          <a:prstGeom prst="bentConnector3">
            <a:avLst>
              <a:gd name="adj1" fmla="val -8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75035EC-74C2-1EE5-D7D8-8E557C32BC6A}"/>
              </a:ext>
            </a:extLst>
          </p:cNvPr>
          <p:cNvCxnSpPr>
            <a:cxnSpLocks/>
            <a:stCxn id="129" idx="0"/>
          </p:cNvCxnSpPr>
          <p:nvPr/>
        </p:nvCxnSpPr>
        <p:spPr>
          <a:xfrm flipH="1" flipV="1">
            <a:off x="10157404" y="2468717"/>
            <a:ext cx="3504" cy="36997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D91E33FE-F5FA-B33C-B754-32DFF35A6029}"/>
              </a:ext>
            </a:extLst>
          </p:cNvPr>
          <p:cNvSpPr/>
          <p:nvPr/>
        </p:nvSpPr>
        <p:spPr>
          <a:xfrm>
            <a:off x="9645775" y="1373392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内部测试</a:t>
            </a:r>
            <a:endParaRPr lang="en-US" sz="1200" dirty="0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86B9A74-7D2A-52A6-BEEC-83C5FC047B19}"/>
              </a:ext>
            </a:extLst>
          </p:cNvPr>
          <p:cNvCxnSpPr>
            <a:cxnSpLocks/>
          </p:cNvCxnSpPr>
          <p:nvPr/>
        </p:nvCxnSpPr>
        <p:spPr>
          <a:xfrm flipH="1" flipV="1">
            <a:off x="10151052" y="1760824"/>
            <a:ext cx="3504" cy="36997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14C3C84B-E521-20B7-BFD1-319C25D3276E}"/>
              </a:ext>
            </a:extLst>
          </p:cNvPr>
          <p:cNvSpPr/>
          <p:nvPr/>
        </p:nvSpPr>
        <p:spPr>
          <a:xfrm>
            <a:off x="8001182" y="1373410"/>
            <a:ext cx="1023257" cy="40121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Global Pay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1D3998D-2830-71A2-0082-778A2C38B61B}"/>
              </a:ext>
            </a:extLst>
          </p:cNvPr>
          <p:cNvCxnSpPr>
            <a:cxnSpLocks/>
          </p:cNvCxnSpPr>
          <p:nvPr/>
        </p:nvCxnSpPr>
        <p:spPr>
          <a:xfrm flipH="1">
            <a:off x="9053412" y="1664375"/>
            <a:ext cx="54616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1DE6CD7-F0F8-56F1-37B2-4C533B2B563C}"/>
              </a:ext>
            </a:extLst>
          </p:cNvPr>
          <p:cNvCxnSpPr>
            <a:cxnSpLocks/>
          </p:cNvCxnSpPr>
          <p:nvPr/>
        </p:nvCxnSpPr>
        <p:spPr>
          <a:xfrm>
            <a:off x="9085230" y="1495805"/>
            <a:ext cx="514350" cy="28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C71928CE-1775-7E27-34CC-A92901632B96}"/>
              </a:ext>
            </a:extLst>
          </p:cNvPr>
          <p:cNvSpPr txBox="1"/>
          <p:nvPr/>
        </p:nvSpPr>
        <p:spPr>
          <a:xfrm>
            <a:off x="8957075" y="167303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测试反馈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45485A47-7EA1-CEEB-EFA0-446D23106D85}"/>
              </a:ext>
            </a:extLst>
          </p:cNvPr>
          <p:cNvSpPr/>
          <p:nvPr/>
        </p:nvSpPr>
        <p:spPr>
          <a:xfrm>
            <a:off x="9645774" y="584198"/>
            <a:ext cx="1023257" cy="401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上线迭代</a:t>
            </a:r>
            <a:endParaRPr lang="en-US" sz="1200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A80C49B-D57F-07C6-AC2C-C53BDCF9B8F4}"/>
              </a:ext>
            </a:extLst>
          </p:cNvPr>
          <p:cNvCxnSpPr>
            <a:cxnSpLocks/>
            <a:stCxn id="152" idx="0"/>
            <a:endCxn id="162" idx="2"/>
          </p:cNvCxnSpPr>
          <p:nvPr/>
        </p:nvCxnSpPr>
        <p:spPr>
          <a:xfrm flipH="1" flipV="1">
            <a:off x="10157403" y="985415"/>
            <a:ext cx="1" cy="3879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15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63</Words>
  <Application>Microsoft Macintosh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真成 樊</dc:creator>
  <cp:lastModifiedBy>真成 樊</cp:lastModifiedBy>
  <cp:revision>1</cp:revision>
  <dcterms:created xsi:type="dcterms:W3CDTF">2023-09-01T05:06:13Z</dcterms:created>
  <dcterms:modified xsi:type="dcterms:W3CDTF">2023-09-01T06:50:14Z</dcterms:modified>
</cp:coreProperties>
</file>